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2B3B4-FDB0-37D9-EBA8-1125089CC1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F4B858-A681-859F-8F74-8E3A02C631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F0435-4102-394C-A4D1-5B73F523E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64CF6-9A3C-4AC5-8C1B-A6D8AA7E8F8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ECF70-95FA-23D5-D0DE-D3D19C3A8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29EAC-B967-8E1E-C75D-DCEBDA4D3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08CBE-AB41-45C0-BCBE-1C696870B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304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41BAF-19D2-1542-F954-3D604A6B2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53322-DB1B-5D5E-0357-2C7030710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5AEDA-F5F4-170B-BD00-E09F9142C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64CF6-9A3C-4AC5-8C1B-A6D8AA7E8F8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AE256-8986-AD3C-7C77-FE56E2F94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1B28B-1596-74E2-C85B-C60CCAB74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08CBE-AB41-45C0-BCBE-1C696870B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789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50E97-7959-CAB6-4CB6-241F11FDD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DCF2A-A405-C9CC-4F49-12A99FA61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F8D0E-1273-FBF6-E996-E91DC33C2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64CF6-9A3C-4AC5-8C1B-A6D8AA7E8F8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972BD-B02A-F299-6DFD-D88494907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8E383-429D-B8D4-F7A8-1323767A4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08CBE-AB41-45C0-BCBE-1C696870B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42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299E5-6AC9-F0E8-4B23-5E52CE7CD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A245C-F06E-C3E1-4020-40187FD97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DF7CC3-3242-BB20-5B56-1595EF5D5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DB960-E896-89BB-0E0F-430C4BA11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64CF6-9A3C-4AC5-8C1B-A6D8AA7E8F8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122D2-C09C-44C8-3C8B-793F1D09B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4591A7-E6EA-A6C4-5B38-BCB9173C3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08CBE-AB41-45C0-BCBE-1C696870B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130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060F2-B9A9-9DC7-B91B-EB323D591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DF8A8-C590-F49D-B5C3-065F7FB91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DB412-897A-923C-B75C-2E8D85F8A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A7C68A-A56F-4961-657B-3BFA66494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64190F-DD6A-5169-96D4-8E5801E3CC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5C685B-1BD4-F716-59BF-ED9C9100D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64CF6-9A3C-4AC5-8C1B-A6D8AA7E8F8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0598F2-EDD9-98F6-4B60-393EA68C3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FD948E-3FC5-3349-140F-A8F9CC458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08CBE-AB41-45C0-BCBE-1C696870B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866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900E4-DA65-153C-FD4E-FF65A332A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998632-80D3-A941-FEE1-A8DBE140E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64CF6-9A3C-4AC5-8C1B-A6D8AA7E8F8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348FD3-F6F5-BD7C-A39F-9F7CA0696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7CEB1-91F5-0527-0E8D-CC1544A01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08CBE-AB41-45C0-BCBE-1C696870B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884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14C3FD-22D2-4AF1-F83F-F93507F1D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64CF6-9A3C-4AC5-8C1B-A6D8AA7E8F8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CF23C9-FDAF-6805-573E-85F9F2CD0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D05CA-43DF-0420-F4AF-90CFD446B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08CBE-AB41-45C0-BCBE-1C696870B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15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7A5B8-6877-B7DF-24F5-FF099B750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8FF48-1497-F401-5454-4BF9678C7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694F8A-EEFE-5F64-70DD-D609CD9B12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16DC8-31E8-42B0-37BA-CDD0BD255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64CF6-9A3C-4AC5-8C1B-A6D8AA7E8F8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AFC07-BF2D-878A-D213-B17D44BB4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295C79-3471-16E6-67D9-BD41A4ECA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08CBE-AB41-45C0-BCBE-1C696870B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9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76442-0ADD-F2F6-7D0A-8C196A45F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1045AB-4278-D71C-0C44-BF0EF702E3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CEE755-DDC2-425C-1706-3C606AF66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3F69E2-9523-19FD-106F-34CDD721C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64CF6-9A3C-4AC5-8C1B-A6D8AA7E8F8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13C14-06F3-E269-C0F4-7BBF8734C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EF8D2-731F-E0D1-32F1-391AB98A7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08CBE-AB41-45C0-BCBE-1C696870B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554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5DCD6-2211-B922-DEED-D7DAECD58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77F5A6-34D4-313F-BE36-FC6E013DF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1A896-FB00-EEDA-CBC6-8AC951E5B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64CF6-9A3C-4AC5-8C1B-A6D8AA7E8F8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473AE-5809-0E29-2A43-FC8CDC013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B9F9E-FA0D-3F92-B897-368AADB78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08CBE-AB41-45C0-BCBE-1C696870B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700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757DE5-17B8-5FDD-9B60-46FF47B1C0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BF2EBD-1A9E-B89D-13A4-E993F46280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04927-F13A-7590-325A-707E2F84B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64CF6-9A3C-4AC5-8C1B-A6D8AA7E8F8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A5388-E437-C4C1-6D49-753DDACB9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2EAD7-AF95-D26C-F293-3360C5234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08CBE-AB41-45C0-BCBE-1C696870B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712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72F2B2-C097-8D7F-7FB5-E683FEE22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82D4C-E863-5007-E699-E1122BE5F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663E8-A2AA-52F2-4F05-853CD6C3F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364CF6-9A3C-4AC5-8C1B-A6D8AA7E8F8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7DEE4-464A-ED5B-1FAF-D228ADA12D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FDEC1-878B-0837-5B63-EEEEF8DC8F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B08CBE-AB41-45C0-BCBE-1C696870B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119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F7B9026-36AD-42E4-B172-8D68F3A33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ign with a schedule on it&#10;&#10;AI-generated content may be incorrect.">
            <a:extLst>
              <a:ext uri="{FF2B5EF4-FFF2-40B4-BE49-F238E27FC236}">
                <a16:creationId xmlns:a16="http://schemas.microsoft.com/office/drawing/2014/main" id="{558DDF1A-0D8C-FB2B-D4C7-F41561C0FB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96"/>
          <a:stretch>
            <a:fillRect/>
          </a:stretch>
        </p:blipFill>
        <p:spPr>
          <a:xfrm>
            <a:off x="192528" y="171716"/>
            <a:ext cx="3793268" cy="6514565"/>
          </a:xfrm>
          <a:prstGeom prst="rect">
            <a:avLst/>
          </a:prstGeom>
        </p:spPr>
      </p:pic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FE2CAD5F-9A01-F429-7229-CF57EB8BB2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4147"/>
          <a:stretch>
            <a:fillRect/>
          </a:stretch>
        </p:blipFill>
        <p:spPr>
          <a:xfrm>
            <a:off x="8164115" y="171716"/>
            <a:ext cx="3822924" cy="6514565"/>
          </a:xfrm>
          <a:prstGeom prst="rect">
            <a:avLst/>
          </a:prstGeom>
        </p:spPr>
      </p:pic>
      <p:pic>
        <p:nvPicPr>
          <p:cNvPr id="7" name="Picture 6" descr="A map with a route&#10;&#10;AI-generated content may be incorrect.">
            <a:extLst>
              <a:ext uri="{FF2B5EF4-FFF2-40B4-BE49-F238E27FC236}">
                <a16:creationId xmlns:a16="http://schemas.microsoft.com/office/drawing/2014/main" id="{9EAE3AF5-601B-A39F-2DA5-67F5EB1548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2" r="-3" b="-3"/>
          <a:stretch>
            <a:fillRect/>
          </a:stretch>
        </p:blipFill>
        <p:spPr>
          <a:xfrm>
            <a:off x="4196496" y="171716"/>
            <a:ext cx="3799007" cy="651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874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Opeoluwa Oyedeji</dc:creator>
  <cp:lastModifiedBy>Opeoluwa Oyedeji</cp:lastModifiedBy>
  <cp:revision>1</cp:revision>
  <dcterms:created xsi:type="dcterms:W3CDTF">2025-11-05T10:23:54Z</dcterms:created>
  <dcterms:modified xsi:type="dcterms:W3CDTF">2025-11-05T18:10:38Z</dcterms:modified>
</cp:coreProperties>
</file>